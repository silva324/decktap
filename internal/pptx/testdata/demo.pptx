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  <a:p>
            <a:r>
              <a:t>This deck is controlled from my phone.</a:t>
            </a:r>
          </a:p>
          <a:p/>
          <a:p>
            <a:r>
              <a:t>Swipe left on these notes to go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laptop runs a small agent.</a:t>
            </a:r>
          </a:p>
          <a:p>
            <a:r>
              <a:t>The phone talks to it over Wi-Fi using a WebSocket.</a:t>
            </a:r>
          </a:p>
          <a:p>
            <a:r>
              <a:t>On Windows, PowerPoint is driven through COM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are read straight from the PowerPoint file.</a:t>
            </a:r>
          </a:p>
          <a:p>
            <a:r>
              <a:t>Use A+ / A- in the menu to change the font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hidden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Tap the timer to reset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DeckTap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